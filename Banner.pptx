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3891200" cy="21945600"/>
  <p:notesSz cx="9144000" cy="6858000"/>
  <p:defaultTextStyle>
    <a:defPPr>
      <a:defRPr lang="en-US"/>
    </a:defPPr>
    <a:lvl1pPr marL="0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1pPr>
    <a:lvl2pPr marL="1580017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2pPr>
    <a:lvl3pPr marL="3160040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3pPr>
    <a:lvl4pPr marL="4740057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4pPr>
    <a:lvl5pPr marL="6320081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5pPr>
    <a:lvl6pPr marL="7900097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6pPr>
    <a:lvl7pPr marL="9480121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7pPr>
    <a:lvl8pPr marL="11060138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8pPr>
    <a:lvl9pPr marL="12640161" algn="l" defTabSz="3160040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23A"/>
    <a:srgbClr val="4B3728"/>
    <a:srgbClr val="DA842D"/>
    <a:srgbClr val="26343A"/>
    <a:srgbClr val="FA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2" d="100"/>
          <a:sy n="22" d="100"/>
        </p:scale>
        <p:origin x="18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3591562"/>
            <a:ext cx="3291840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1526522"/>
            <a:ext cx="329184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7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5471163"/>
            <a:ext cx="3785616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4686283"/>
            <a:ext cx="3785616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1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5842000"/>
            <a:ext cx="18653760" cy="139242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5842000"/>
            <a:ext cx="18653760" cy="139242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8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168401"/>
            <a:ext cx="37856160" cy="42418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5379722"/>
            <a:ext cx="18568033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8016240"/>
            <a:ext cx="18568033" cy="117906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5379722"/>
            <a:ext cx="18659477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8016240"/>
            <a:ext cx="18659477" cy="117906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8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4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4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463040"/>
            <a:ext cx="14156053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159762"/>
            <a:ext cx="2221992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463040"/>
            <a:ext cx="14156053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159762"/>
            <a:ext cx="2221992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52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3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168400"/>
            <a:ext cx="9464040" cy="185978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168400"/>
            <a:ext cx="27843480" cy="1859788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0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168401"/>
            <a:ext cx="378561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842000"/>
            <a:ext cx="378561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7DF9F-BB12-4BC4-82B2-CFFE0725D1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0340322"/>
            <a:ext cx="148132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CAE18-C777-443B-B999-B631884C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1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23175" y="1032387"/>
            <a:ext cx="17609574" cy="336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8800" b="1" dirty="0" smtClean="0">
                <a:solidFill>
                  <a:srgbClr val="26523A"/>
                </a:solidFill>
                <a:latin typeface="Noto Sans Devanagari"/>
              </a:rPr>
              <a:t>सात्त्विक भोजन</a:t>
            </a:r>
            <a:r>
              <a:rPr lang="hi-IN" sz="8800" b="1" dirty="0" smtClean="0">
                <a:solidFill>
                  <a:srgbClr val="26523A"/>
                </a:solidFill>
              </a:rPr>
              <a:t/>
            </a:r>
            <a:br>
              <a:rPr lang="hi-IN" sz="8800" b="1" dirty="0" smtClean="0">
                <a:solidFill>
                  <a:srgbClr val="26523A"/>
                </a:solidFill>
              </a:rPr>
            </a:br>
            <a:r>
              <a:rPr lang="en-US" b="1" dirty="0" err="1" smtClean="0">
                <a:solidFill>
                  <a:srgbClr val="26523A"/>
                </a:solidFill>
              </a:rPr>
              <a:t>Sattvik</a:t>
            </a:r>
            <a:r>
              <a:rPr lang="en-US" b="1" dirty="0" smtClean="0">
                <a:solidFill>
                  <a:srgbClr val="26523A"/>
                </a:solidFill>
              </a:rPr>
              <a:t> </a:t>
            </a:r>
            <a:r>
              <a:rPr lang="en-US" b="1" dirty="0" err="1" smtClean="0">
                <a:solidFill>
                  <a:srgbClr val="26523A"/>
                </a:solidFill>
              </a:rPr>
              <a:t>Bhojan</a:t>
            </a:r>
            <a:endParaRPr lang="en-US" b="1" dirty="0" smtClean="0">
              <a:solidFill>
                <a:srgbClr val="26523A"/>
              </a:solidFill>
            </a:endParaRPr>
          </a:p>
          <a:p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008077" y="4393307"/>
            <a:ext cx="15043355" cy="0"/>
          </a:xfrm>
          <a:prstGeom prst="line">
            <a:avLst/>
          </a:prstGeom>
          <a:ln w="57150">
            <a:solidFill>
              <a:srgbClr val="DA84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910620" y="4984954"/>
            <a:ext cx="120346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i-IN" sz="4000" dirty="0" smtClean="0">
                <a:solidFill>
                  <a:srgbClr val="4B3728"/>
                </a:solidFill>
              </a:rPr>
              <a:t>शुद्ध • सात्त्विक • शाकाहारी खाना</a:t>
            </a:r>
            <a:endParaRPr lang="en-US" sz="4000" dirty="0">
              <a:solidFill>
                <a:srgbClr val="4B3728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5676" y="7197211"/>
            <a:ext cx="10530350" cy="78166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TextBox 19"/>
          <p:cNvSpPr txBox="1"/>
          <p:nvPr/>
        </p:nvSpPr>
        <p:spPr>
          <a:xfrm>
            <a:off x="16311713" y="15993470"/>
            <a:ext cx="13568518" cy="160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</a:t>
            </a:r>
            <a:r>
              <a:rPr lang="hi-IN" sz="3500" dirty="0" smtClean="0">
                <a:solidFill>
                  <a:srgbClr val="26523A"/>
                </a:solidFill>
              </a:rPr>
              <a:t>घर जैसा स्वाद • ताज़ा खाना • शुद्ध सामग्री</a:t>
            </a:r>
            <a:endParaRPr lang="en-US" sz="3500" dirty="0" smtClean="0">
              <a:solidFill>
                <a:srgbClr val="26523A"/>
              </a:solidFill>
            </a:endParaRPr>
          </a:p>
          <a:p>
            <a:pPr algn="ctr"/>
            <a:r>
              <a:rPr lang="en-US" sz="3600" dirty="0" smtClean="0"/>
              <a:t>HOMEMADE FOOD</a:t>
            </a:r>
            <a:endParaRPr lang="en-US" sz="3500" dirty="0">
              <a:solidFill>
                <a:srgbClr val="26523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flipH="1">
            <a:off x="14187950" y="17596986"/>
            <a:ext cx="9704438" cy="583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ORDER NOW </a:t>
            </a:r>
          </a:p>
          <a:p>
            <a:r>
              <a:rPr lang="en-US" dirty="0" smtClean="0"/>
              <a:t>📞 PHONE NUMBER</a:t>
            </a:r>
          </a:p>
          <a:p>
            <a:r>
              <a:rPr lang="en-US" dirty="0"/>
              <a:t>	</a:t>
            </a:r>
            <a:r>
              <a:rPr lang="en-US" dirty="0" smtClean="0"/>
              <a:t>	 📍 MANDI GOBINDGARH</a:t>
            </a:r>
          </a:p>
          <a:p>
            <a:r>
              <a:rPr lang="en-US" dirty="0" smtClean="0"/>
              <a:t> Fresh • Homemade • Vegetarian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0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25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Mangal</vt:lpstr>
      <vt:lpstr>Noto Sans Devanagari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2026-09-05T09:26:16Z</dcterms:created>
  <dcterms:modified xsi:type="dcterms:W3CDTF">2026-09-05T10:02:55Z</dcterms:modified>
</cp:coreProperties>
</file>