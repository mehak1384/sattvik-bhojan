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3200400" cy="1828800"/>
  <p:notesSz cx="6858000" cy="9144000"/>
  <p:defaultTextStyle>
    <a:defPPr>
      <a:defRPr lang="en-US"/>
    </a:defPPr>
    <a:lvl1pPr marL="0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1pPr>
    <a:lvl2pPr marL="120701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2pPr>
    <a:lvl3pPr marL="241402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3pPr>
    <a:lvl4pPr marL="362102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4pPr>
    <a:lvl5pPr marL="482803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5pPr>
    <a:lvl6pPr marL="603504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6pPr>
    <a:lvl7pPr marL="724205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7pPr>
    <a:lvl8pPr marL="844906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8pPr>
    <a:lvl9pPr marL="965606" algn="l" defTabSz="241402" rtl="0" eaLnBrk="1" latinLnBrk="0" hangingPunct="1">
      <a:defRPr sz="47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603A"/>
    <a:srgbClr val="5B6C37"/>
    <a:srgbClr val="5B6937"/>
    <a:srgbClr val="7E0000"/>
    <a:srgbClr val="E2E0C2"/>
    <a:srgbClr val="FAF7EC"/>
    <a:srgbClr val="5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9" autoAdjust="0"/>
    <p:restoredTop sz="94660"/>
  </p:normalViewPr>
  <p:slideViewPr>
    <p:cSldViewPr snapToGrid="0">
      <p:cViewPr varScale="1">
        <p:scale>
          <a:sx n="285" d="100"/>
          <a:sy n="285" d="100"/>
        </p:scale>
        <p:origin x="3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99297"/>
            <a:ext cx="2400300" cy="636693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960543"/>
            <a:ext cx="2400300" cy="441537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070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18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455930"/>
            <a:ext cx="2760345" cy="760730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223857"/>
            <a:ext cx="2760345" cy="400050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5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86833"/>
            <a:ext cx="1360170" cy="11603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86833"/>
            <a:ext cx="1360170" cy="11603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20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97367"/>
            <a:ext cx="2760345" cy="35348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448310"/>
            <a:ext cx="1353919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668020"/>
            <a:ext cx="1353919" cy="9825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448310"/>
            <a:ext cx="1360587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668020"/>
            <a:ext cx="1360587" cy="9825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1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8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263314"/>
            <a:ext cx="1620203" cy="1299633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9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263314"/>
            <a:ext cx="1620203" cy="1299633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0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795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7367"/>
            <a:ext cx="690086" cy="15498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7367"/>
            <a:ext cx="2030254" cy="15498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11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97367"/>
            <a:ext cx="276034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486833"/>
            <a:ext cx="276034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59CE5-3DCD-4F06-A7E5-92B988EAB955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695027"/>
            <a:ext cx="1080135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D0348-03E7-43A3-B981-1CFA45B669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83573" y="314733"/>
            <a:ext cx="926102" cy="1138147"/>
          </a:xfrm>
          <a:prstGeom prst="ellipse">
            <a:avLst/>
          </a:prstGeom>
          <a:solidFill>
            <a:srgbClr val="E2E0C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BA8A13"/>
              </a:clrFrom>
              <a:clrTo>
                <a:srgbClr val="BA8A1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20" y="487309"/>
            <a:ext cx="516715" cy="786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8870" y="185330"/>
            <a:ext cx="1463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3200" dirty="0" smtClean="0">
                <a:solidFill>
                  <a:srgbClr val="5B6937"/>
                </a:solidFill>
              </a:rPr>
              <a:t>सात्विक</a:t>
            </a:r>
            <a:endParaRPr lang="en-US" sz="3200" dirty="0">
              <a:solidFill>
                <a:srgbClr val="5B6937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88430" y="687125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i-IN" sz="2400" dirty="0" smtClean="0">
                <a:solidFill>
                  <a:srgbClr val="7E603A"/>
                </a:solidFill>
              </a:rPr>
              <a:t>भोजन</a:t>
            </a:r>
            <a:endParaRPr lang="en-US" sz="2400" dirty="0">
              <a:solidFill>
                <a:srgbClr val="7E603A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688430" y="1116015"/>
            <a:ext cx="984696" cy="0"/>
          </a:xfrm>
          <a:prstGeom prst="line">
            <a:avLst/>
          </a:prstGeom>
          <a:ln w="12700">
            <a:solidFill>
              <a:srgbClr val="7E60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75668" y="1166419"/>
            <a:ext cx="10390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rgbClr val="7E603A"/>
                </a:solidFill>
                <a:latin typeface="Georgia" panose="02040502050405020303" pitchFamily="18" charset="0"/>
              </a:rPr>
              <a:t> </a:t>
            </a:r>
            <a:r>
              <a:rPr lang="en-US" sz="800" i="1" dirty="0" smtClean="0">
                <a:solidFill>
                  <a:srgbClr val="7E603A"/>
                </a:solidFill>
                <a:latin typeface="Georgia" panose="02040502050405020303" pitchFamily="18" charset="0"/>
              </a:rPr>
              <a:t>   Homemade food</a:t>
            </a:r>
            <a:endParaRPr lang="en-US" sz="800" i="1" dirty="0">
              <a:solidFill>
                <a:srgbClr val="7E603A"/>
              </a:solidFill>
              <a:latin typeface="Georgia" panose="02040502050405020303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602456"/>
            <a:ext cx="3200400" cy="234121"/>
          </a:xfrm>
          <a:prstGeom prst="rect">
            <a:avLst/>
          </a:prstGeom>
          <a:solidFill>
            <a:srgbClr val="E2E0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>
                <a:solidFill>
                  <a:srgbClr val="466A3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🌿   शुद्ध • सात्विक • शाकाहारी खाना   🌿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5782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136729" y="129954"/>
            <a:ext cx="872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7E603A"/>
                </a:solidFill>
                <a:latin typeface="Georgia" panose="02040502050405020303" pitchFamily="18" charset="0"/>
              </a:rPr>
              <a:t>Address :</a:t>
            </a:r>
            <a:endParaRPr lang="en-US" sz="1000" dirty="0">
              <a:solidFill>
                <a:srgbClr val="7E603A"/>
              </a:solidFill>
              <a:latin typeface="Georgia" panose="02040502050405020303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83" y="182569"/>
            <a:ext cx="93046" cy="133521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1108904" y="480132"/>
            <a:ext cx="1677229" cy="491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" b="1" dirty="0" smtClean="0">
                <a:solidFill>
                  <a:srgbClr val="5B6C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 no. 129, Street no.: 3, Sector: 24, Block: B</a:t>
            </a:r>
            <a:r>
              <a:rPr lang="en-US" sz="600" dirty="0" smtClean="0">
                <a:solidFill>
                  <a:srgbClr val="5B6C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b="1" dirty="0" smtClean="0">
                <a:solidFill>
                  <a:srgbClr val="5B6C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Gurumukh Singh Colony,</a:t>
            </a:r>
            <a:r>
              <a:rPr lang="en-US" sz="600" dirty="0" smtClean="0">
                <a:solidFill>
                  <a:srgbClr val="5B6C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00" dirty="0" smtClean="0">
                <a:solidFill>
                  <a:srgbClr val="5B6C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" b="1" dirty="0" smtClean="0">
                <a:solidFill>
                  <a:srgbClr val="5B6C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Mandi Gobindgarh </a:t>
            </a:r>
            <a:endParaRPr lang="en-US" sz="600" dirty="0">
              <a:solidFill>
                <a:srgbClr val="5B6C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36729" y="1078940"/>
            <a:ext cx="701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7E603A"/>
                </a:solidFill>
                <a:latin typeface="Georgia" panose="02040502050405020303" pitchFamily="18" charset="0"/>
              </a:rPr>
              <a:t>Phone :</a:t>
            </a:r>
            <a:endParaRPr lang="en-US" sz="1000" dirty="0">
              <a:solidFill>
                <a:srgbClr val="7E603A"/>
              </a:solidFill>
              <a:latin typeface="Georgia" panose="02040502050405020303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5B6C3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458" y="1062743"/>
            <a:ext cx="169497" cy="1694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90948" y="1272314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rgbClr val="5B6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+91 90416 25149</a:t>
            </a:r>
          </a:p>
          <a:p>
            <a:r>
              <a:rPr lang="en-US" sz="600" b="1" dirty="0" smtClean="0">
                <a:solidFill>
                  <a:srgbClr val="5B6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600" b="1" dirty="0" smtClean="0">
                <a:solidFill>
                  <a:srgbClr val="5B6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 </a:t>
            </a:r>
            <a:r>
              <a:rPr lang="en-US" sz="600" b="1" dirty="0" smtClean="0">
                <a:solidFill>
                  <a:srgbClr val="5B6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95015 89847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602456"/>
            <a:ext cx="3200400" cy="234121"/>
          </a:xfrm>
          <a:prstGeom prst="rect">
            <a:avLst/>
          </a:prstGeom>
          <a:solidFill>
            <a:srgbClr val="E2E0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>
                <a:solidFill>
                  <a:srgbClr val="466A3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🌿   </a:t>
            </a:r>
            <a:r>
              <a:rPr lang="en-US" sz="800" b="1" dirty="0" err="1" smtClean="0">
                <a:solidFill>
                  <a:srgbClr val="466A3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शुद्ध</a:t>
            </a:r>
            <a:r>
              <a:rPr lang="en-US" sz="800" b="1" dirty="0" smtClean="0">
                <a:solidFill>
                  <a:srgbClr val="466A3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• </a:t>
            </a:r>
            <a:r>
              <a:rPr lang="en-US" sz="800" b="1" dirty="0" err="1" smtClean="0">
                <a:solidFill>
                  <a:srgbClr val="466A3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सात्विक</a:t>
            </a:r>
            <a:r>
              <a:rPr lang="en-US" sz="800" b="1" dirty="0" smtClean="0">
                <a:solidFill>
                  <a:srgbClr val="466A3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• </a:t>
            </a:r>
            <a:r>
              <a:rPr lang="en-US" sz="800" b="1" dirty="0" err="1" smtClean="0">
                <a:solidFill>
                  <a:srgbClr val="466A3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शाकाहारी</a:t>
            </a:r>
            <a:r>
              <a:rPr lang="en-US" sz="800" b="1" dirty="0" smtClean="0">
                <a:solidFill>
                  <a:srgbClr val="466A3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खाना  🌿</a:t>
            </a:r>
            <a:endParaRPr lang="en-US" sz="800" dirty="0"/>
          </a:p>
        </p:txBody>
      </p:sp>
      <p:sp>
        <p:nvSpPr>
          <p:cNvPr id="20" name="Oval 19"/>
          <p:cNvSpPr/>
          <p:nvPr/>
        </p:nvSpPr>
        <p:spPr>
          <a:xfrm>
            <a:off x="68507" y="289932"/>
            <a:ext cx="709848" cy="857559"/>
          </a:xfrm>
          <a:prstGeom prst="ellipse">
            <a:avLst/>
          </a:prstGeom>
          <a:solidFill>
            <a:srgbClr val="E2E0C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5" y="387732"/>
            <a:ext cx="419871" cy="6393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50" y="1108004"/>
            <a:ext cx="193558" cy="19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4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189</TotalTime>
  <Words>57</Words>
  <Application>Microsoft Office PowerPoint</Application>
  <PresentationFormat>Custom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Mangal</vt:lpstr>
      <vt:lpstr>Nirmala UI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17</cp:revision>
  <dcterms:created xsi:type="dcterms:W3CDTF">2026-08-28T06:12:52Z</dcterms:created>
  <dcterms:modified xsi:type="dcterms:W3CDTF">2026-09-05T12:35:02Z</dcterms:modified>
</cp:coreProperties>
</file>