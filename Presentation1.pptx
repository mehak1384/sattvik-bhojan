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3200400" cy="1828800"/>
  <p:notesSz cx="6858000" cy="9144000"/>
  <p:defaultTextStyle>
    <a:defPPr>
      <a:defRPr lang="en-US"/>
    </a:defPPr>
    <a:lvl1pPr marL="0" algn="l" defTabSz="241402" rtl="0" eaLnBrk="1" latinLnBrk="0" hangingPunct="1">
      <a:defRPr sz="475" kern="1200">
        <a:solidFill>
          <a:schemeClr val="tx1"/>
        </a:solidFill>
        <a:latin typeface="+mn-lt"/>
        <a:ea typeface="+mn-ea"/>
        <a:cs typeface="+mn-cs"/>
      </a:defRPr>
    </a:lvl1pPr>
    <a:lvl2pPr marL="120701" algn="l" defTabSz="241402" rtl="0" eaLnBrk="1" latinLnBrk="0" hangingPunct="1">
      <a:defRPr sz="475" kern="1200">
        <a:solidFill>
          <a:schemeClr val="tx1"/>
        </a:solidFill>
        <a:latin typeface="+mn-lt"/>
        <a:ea typeface="+mn-ea"/>
        <a:cs typeface="+mn-cs"/>
      </a:defRPr>
    </a:lvl2pPr>
    <a:lvl3pPr marL="241402" algn="l" defTabSz="241402" rtl="0" eaLnBrk="1" latinLnBrk="0" hangingPunct="1">
      <a:defRPr sz="475" kern="1200">
        <a:solidFill>
          <a:schemeClr val="tx1"/>
        </a:solidFill>
        <a:latin typeface="+mn-lt"/>
        <a:ea typeface="+mn-ea"/>
        <a:cs typeface="+mn-cs"/>
      </a:defRPr>
    </a:lvl3pPr>
    <a:lvl4pPr marL="362102" algn="l" defTabSz="241402" rtl="0" eaLnBrk="1" latinLnBrk="0" hangingPunct="1">
      <a:defRPr sz="475" kern="1200">
        <a:solidFill>
          <a:schemeClr val="tx1"/>
        </a:solidFill>
        <a:latin typeface="+mn-lt"/>
        <a:ea typeface="+mn-ea"/>
        <a:cs typeface="+mn-cs"/>
      </a:defRPr>
    </a:lvl4pPr>
    <a:lvl5pPr marL="482803" algn="l" defTabSz="241402" rtl="0" eaLnBrk="1" latinLnBrk="0" hangingPunct="1">
      <a:defRPr sz="475" kern="1200">
        <a:solidFill>
          <a:schemeClr val="tx1"/>
        </a:solidFill>
        <a:latin typeface="+mn-lt"/>
        <a:ea typeface="+mn-ea"/>
        <a:cs typeface="+mn-cs"/>
      </a:defRPr>
    </a:lvl5pPr>
    <a:lvl6pPr marL="603504" algn="l" defTabSz="241402" rtl="0" eaLnBrk="1" latinLnBrk="0" hangingPunct="1">
      <a:defRPr sz="475" kern="1200">
        <a:solidFill>
          <a:schemeClr val="tx1"/>
        </a:solidFill>
        <a:latin typeface="+mn-lt"/>
        <a:ea typeface="+mn-ea"/>
        <a:cs typeface="+mn-cs"/>
      </a:defRPr>
    </a:lvl6pPr>
    <a:lvl7pPr marL="724205" algn="l" defTabSz="241402" rtl="0" eaLnBrk="1" latinLnBrk="0" hangingPunct="1">
      <a:defRPr sz="475" kern="1200">
        <a:solidFill>
          <a:schemeClr val="tx1"/>
        </a:solidFill>
        <a:latin typeface="+mn-lt"/>
        <a:ea typeface="+mn-ea"/>
        <a:cs typeface="+mn-cs"/>
      </a:defRPr>
    </a:lvl7pPr>
    <a:lvl8pPr marL="844906" algn="l" defTabSz="241402" rtl="0" eaLnBrk="1" latinLnBrk="0" hangingPunct="1">
      <a:defRPr sz="475" kern="1200">
        <a:solidFill>
          <a:schemeClr val="tx1"/>
        </a:solidFill>
        <a:latin typeface="+mn-lt"/>
        <a:ea typeface="+mn-ea"/>
        <a:cs typeface="+mn-cs"/>
      </a:defRPr>
    </a:lvl8pPr>
    <a:lvl9pPr marL="965606" algn="l" defTabSz="241402" rtl="0" eaLnBrk="1" latinLnBrk="0" hangingPunct="1">
      <a:defRPr sz="47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E603A"/>
    <a:srgbClr val="5B6C37"/>
    <a:srgbClr val="5B6937"/>
    <a:srgbClr val="7E0000"/>
    <a:srgbClr val="E2E0C2"/>
    <a:srgbClr val="FAF7EC"/>
    <a:srgbClr val="5B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689" autoAdjust="0"/>
    <p:restoredTop sz="94660"/>
  </p:normalViewPr>
  <p:slideViewPr>
    <p:cSldViewPr snapToGrid="0">
      <p:cViewPr varScale="1">
        <p:scale>
          <a:sx n="285" d="100"/>
          <a:sy n="285" d="100"/>
        </p:scale>
        <p:origin x="384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0050" y="299297"/>
            <a:ext cx="2400300" cy="636693"/>
          </a:xfrm>
        </p:spPr>
        <p:txBody>
          <a:bodyPr anchor="b"/>
          <a:lstStyle>
            <a:lvl1pPr algn="ctr">
              <a:defRPr sz="1575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0050" y="960543"/>
            <a:ext cx="2400300" cy="441537"/>
          </a:xfrm>
        </p:spPr>
        <p:txBody>
          <a:bodyPr/>
          <a:lstStyle>
            <a:lvl1pPr marL="0" indent="0" algn="ctr">
              <a:buNone/>
              <a:defRPr sz="630"/>
            </a:lvl1pPr>
            <a:lvl2pPr marL="120015" indent="0" algn="ctr">
              <a:buNone/>
              <a:defRPr sz="525"/>
            </a:lvl2pPr>
            <a:lvl3pPr marL="240030" indent="0" algn="ctr">
              <a:buNone/>
              <a:defRPr sz="472"/>
            </a:lvl3pPr>
            <a:lvl4pPr marL="360045" indent="0" algn="ctr">
              <a:buNone/>
              <a:defRPr sz="420"/>
            </a:lvl4pPr>
            <a:lvl5pPr marL="480060" indent="0" algn="ctr">
              <a:buNone/>
              <a:defRPr sz="420"/>
            </a:lvl5pPr>
            <a:lvl6pPr marL="600075" indent="0" algn="ctr">
              <a:buNone/>
              <a:defRPr sz="420"/>
            </a:lvl6pPr>
            <a:lvl7pPr marL="720090" indent="0" algn="ctr">
              <a:buNone/>
              <a:defRPr sz="420"/>
            </a:lvl7pPr>
            <a:lvl8pPr marL="840105" indent="0" algn="ctr">
              <a:buNone/>
              <a:defRPr sz="420"/>
            </a:lvl8pPr>
            <a:lvl9pPr marL="960120" indent="0" algn="ctr">
              <a:buNone/>
              <a:defRPr sz="42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459CE5-3DCD-4F06-A7E5-92B988EAB955}" type="datetimeFigureOut">
              <a:rPr lang="en-US" smtClean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D0348-03E7-43A3-B981-1CFA45B6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070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459CE5-3DCD-4F06-A7E5-92B988EAB955}" type="datetimeFigureOut">
              <a:rPr lang="en-US" smtClean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D0348-03E7-43A3-B981-1CFA45B6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81899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361" y="455930"/>
            <a:ext cx="2760345" cy="760730"/>
          </a:xfrm>
        </p:spPr>
        <p:txBody>
          <a:bodyPr anchor="b"/>
          <a:lstStyle>
            <a:lvl1pPr>
              <a:defRPr sz="1575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8361" y="1223857"/>
            <a:ext cx="2760345" cy="400050"/>
          </a:xfrm>
        </p:spPr>
        <p:txBody>
          <a:bodyPr/>
          <a:lstStyle>
            <a:lvl1pPr marL="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1pPr>
            <a:lvl2pPr marL="120015" indent="0">
              <a:buNone/>
              <a:defRPr sz="525">
                <a:solidFill>
                  <a:schemeClr val="tx1">
                    <a:tint val="75000"/>
                  </a:schemeClr>
                </a:solidFill>
              </a:defRPr>
            </a:lvl2pPr>
            <a:lvl3pPr marL="240030" indent="0">
              <a:buNone/>
              <a:defRPr sz="472">
                <a:solidFill>
                  <a:schemeClr val="tx1">
                    <a:tint val="75000"/>
                  </a:schemeClr>
                </a:solidFill>
              </a:defRPr>
            </a:lvl3pPr>
            <a:lvl4pPr marL="36004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4pPr>
            <a:lvl5pPr marL="48006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5pPr>
            <a:lvl6pPr marL="60007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6pPr>
            <a:lvl7pPr marL="72009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7pPr>
            <a:lvl8pPr marL="84010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8pPr>
            <a:lvl9pPr marL="96012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459CE5-3DCD-4F06-A7E5-92B988EAB955}" type="datetimeFigureOut">
              <a:rPr lang="en-US" smtClean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D0348-03E7-43A3-B981-1CFA45B6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2950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0028" y="486833"/>
            <a:ext cx="1360170" cy="116035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20203" y="486833"/>
            <a:ext cx="1360170" cy="116035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459CE5-3DCD-4F06-A7E5-92B988EAB955}" type="datetimeFigureOut">
              <a:rPr lang="en-US" smtClean="0"/>
              <a:t>8/28/2026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D0348-03E7-43A3-B981-1CFA45B6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6208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444" y="97367"/>
            <a:ext cx="2760345" cy="35348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445" y="448310"/>
            <a:ext cx="1353919" cy="219710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445" y="668020"/>
            <a:ext cx="1353919" cy="98255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20202" y="448310"/>
            <a:ext cx="1360587" cy="219710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20202" y="668020"/>
            <a:ext cx="1360587" cy="98255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459CE5-3DCD-4F06-A7E5-92B988EAB955}" type="datetimeFigureOut">
              <a:rPr lang="en-US" smtClean="0"/>
              <a:t>8/28/2026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D0348-03E7-43A3-B981-1CFA45B6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4401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459CE5-3DCD-4F06-A7E5-92B988EAB955}" type="datetimeFigureOut">
              <a:rPr lang="en-US" smtClean="0"/>
              <a:t>8/28/2026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D0348-03E7-43A3-B981-1CFA45B6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12182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459CE5-3DCD-4F06-A7E5-92B988EAB955}" type="datetimeFigureOut">
              <a:rPr lang="en-US" smtClean="0"/>
              <a:t>8/28/2026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D0348-03E7-43A3-B981-1CFA45B6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487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445" y="121920"/>
            <a:ext cx="1032212" cy="426720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60587" y="263314"/>
            <a:ext cx="1620203" cy="1299633"/>
          </a:xfrm>
        </p:spPr>
        <p:txBody>
          <a:bodyPr/>
          <a:lstStyle>
            <a:lvl1pPr>
              <a:defRPr sz="840"/>
            </a:lvl1pPr>
            <a:lvl2pPr>
              <a:defRPr sz="735"/>
            </a:lvl2pPr>
            <a:lvl3pPr>
              <a:defRPr sz="630"/>
            </a:lvl3pPr>
            <a:lvl4pPr>
              <a:defRPr sz="525"/>
            </a:lvl4pPr>
            <a:lvl5pPr>
              <a:defRPr sz="525"/>
            </a:lvl5pPr>
            <a:lvl6pPr>
              <a:defRPr sz="525"/>
            </a:lvl6pPr>
            <a:lvl7pPr>
              <a:defRPr sz="525"/>
            </a:lvl7pPr>
            <a:lvl8pPr>
              <a:defRPr sz="525"/>
            </a:lvl8pPr>
            <a:lvl9pPr>
              <a:defRPr sz="525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0445" y="548640"/>
            <a:ext cx="1032212" cy="1016423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459CE5-3DCD-4F06-A7E5-92B988EAB955}" type="datetimeFigureOut">
              <a:rPr lang="en-US" smtClean="0"/>
              <a:t>8/28/2026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D0348-03E7-43A3-B981-1CFA45B6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498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445" y="121920"/>
            <a:ext cx="1032212" cy="426720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60587" y="263314"/>
            <a:ext cx="1620203" cy="1299633"/>
          </a:xfrm>
        </p:spPr>
        <p:txBody>
          <a:bodyPr anchor="t"/>
          <a:lstStyle>
            <a:lvl1pPr marL="0" indent="0">
              <a:buNone/>
              <a:defRPr sz="840"/>
            </a:lvl1pPr>
            <a:lvl2pPr marL="120015" indent="0">
              <a:buNone/>
              <a:defRPr sz="735"/>
            </a:lvl2pPr>
            <a:lvl3pPr marL="240030" indent="0">
              <a:buNone/>
              <a:defRPr sz="630"/>
            </a:lvl3pPr>
            <a:lvl4pPr marL="360045" indent="0">
              <a:buNone/>
              <a:defRPr sz="525"/>
            </a:lvl4pPr>
            <a:lvl5pPr marL="480060" indent="0">
              <a:buNone/>
              <a:defRPr sz="525"/>
            </a:lvl5pPr>
            <a:lvl6pPr marL="600075" indent="0">
              <a:buNone/>
              <a:defRPr sz="525"/>
            </a:lvl6pPr>
            <a:lvl7pPr marL="720090" indent="0">
              <a:buNone/>
              <a:defRPr sz="525"/>
            </a:lvl7pPr>
            <a:lvl8pPr marL="840105" indent="0">
              <a:buNone/>
              <a:defRPr sz="525"/>
            </a:lvl8pPr>
            <a:lvl9pPr marL="960120" indent="0">
              <a:buNone/>
              <a:defRPr sz="525"/>
            </a:lvl9pPr>
          </a:lstStyle>
          <a:p>
            <a:r>
              <a:rPr lang="en-US" dirty="0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0445" y="548640"/>
            <a:ext cx="1032212" cy="1016423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459CE5-3DCD-4F06-A7E5-92B988EAB955}" type="datetimeFigureOut">
              <a:rPr lang="en-US" smtClean="0"/>
              <a:t>8/28/2026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D0348-03E7-43A3-B981-1CFA45B6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503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459CE5-3DCD-4F06-A7E5-92B988EAB955}" type="datetimeFigureOut">
              <a:rPr lang="en-US" smtClean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D0348-03E7-43A3-B981-1CFA45B6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0795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290286" y="97367"/>
            <a:ext cx="690086" cy="1549823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0027" y="97367"/>
            <a:ext cx="2030254" cy="1549823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459CE5-3DCD-4F06-A7E5-92B988EAB955}" type="datetimeFigureOut">
              <a:rPr lang="en-US" smtClean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D0348-03E7-43A3-B981-1CFA45B6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81139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0028" y="97367"/>
            <a:ext cx="2760345" cy="3534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028" y="486833"/>
            <a:ext cx="2760345" cy="11603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0028" y="1695027"/>
            <a:ext cx="720090" cy="973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459CE5-3DCD-4F06-A7E5-92B988EAB955}" type="datetimeFigureOut">
              <a:rPr lang="en-US" smtClean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0133" y="1695027"/>
            <a:ext cx="1080135" cy="973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60283" y="1695027"/>
            <a:ext cx="720090" cy="973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2D0348-03E7-43A3-B981-1CFA45B6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7273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40030" rtl="0" eaLnBrk="1" latinLnBrk="0" hangingPunct="1">
        <a:lnSpc>
          <a:spcPct val="90000"/>
        </a:lnSpc>
        <a:spcBef>
          <a:spcPct val="0"/>
        </a:spcBef>
        <a:buNone/>
        <a:defRPr sz="11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008" indent="-60008" algn="l" defTabSz="24003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735" kern="1200">
          <a:solidFill>
            <a:schemeClr val="tx1"/>
          </a:solidFill>
          <a:latin typeface="+mn-lt"/>
          <a:ea typeface="+mn-ea"/>
          <a:cs typeface="+mn-cs"/>
        </a:defRPr>
      </a:lvl1pPr>
      <a:lvl2pPr marL="180023" indent="-60008" algn="l" defTabSz="240030" rtl="0" eaLnBrk="1" latinLnBrk="0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2pPr>
      <a:lvl3pPr marL="300038" indent="-60008" algn="l" defTabSz="240030" rtl="0" eaLnBrk="1" latinLnBrk="0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3pPr>
      <a:lvl4pPr marL="420053" indent="-60008" algn="l" defTabSz="240030" rtl="0" eaLnBrk="1" latinLnBrk="0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540068" indent="-60008" algn="l" defTabSz="240030" rtl="0" eaLnBrk="1" latinLnBrk="0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60083" indent="-60008" algn="l" defTabSz="240030" rtl="0" eaLnBrk="1" latinLnBrk="0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80098" indent="-60008" algn="l" defTabSz="240030" rtl="0" eaLnBrk="1" latinLnBrk="0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900113" indent="-60008" algn="l" defTabSz="240030" rtl="0" eaLnBrk="1" latinLnBrk="0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1020128" indent="-60008" algn="l" defTabSz="240030" rtl="0" eaLnBrk="1" latinLnBrk="0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0030" rtl="0" eaLnBrk="1" latinLnBrk="0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1pPr>
      <a:lvl2pPr marL="120015" algn="l" defTabSz="240030" rtl="0" eaLnBrk="1" latinLnBrk="0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2pPr>
      <a:lvl3pPr marL="240030" algn="l" defTabSz="240030" rtl="0" eaLnBrk="1" latinLnBrk="0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3pPr>
      <a:lvl4pPr marL="360045" algn="l" defTabSz="240030" rtl="0" eaLnBrk="1" latinLnBrk="0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480060" algn="l" defTabSz="240030" rtl="0" eaLnBrk="1" latinLnBrk="0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00075" algn="l" defTabSz="240030" rtl="0" eaLnBrk="1" latinLnBrk="0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20090" algn="l" defTabSz="240030" rtl="0" eaLnBrk="1" latinLnBrk="0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840105" algn="l" defTabSz="240030" rtl="0" eaLnBrk="1" latinLnBrk="0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960120" algn="l" defTabSz="240030" rtl="0" eaLnBrk="1" latinLnBrk="0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/>
          <p:cNvSpPr/>
          <p:nvPr/>
        </p:nvSpPr>
        <p:spPr>
          <a:xfrm>
            <a:off x="83573" y="314733"/>
            <a:ext cx="926102" cy="1138147"/>
          </a:xfrm>
          <a:prstGeom prst="ellipse">
            <a:avLst/>
          </a:prstGeom>
          <a:solidFill>
            <a:srgbClr val="E2E0C2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clrChange>
              <a:clrFrom>
                <a:srgbClr val="BA8A13"/>
              </a:clrFrom>
              <a:clrTo>
                <a:srgbClr val="BA8A13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720" y="487309"/>
            <a:ext cx="516715" cy="7868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08870" y="185330"/>
            <a:ext cx="14635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i-IN" sz="3200" dirty="0" smtClean="0">
                <a:solidFill>
                  <a:srgbClr val="5B6937"/>
                </a:solidFill>
              </a:rPr>
              <a:t>सात्विक</a:t>
            </a:r>
            <a:endParaRPr lang="en-US" sz="3200" dirty="0">
              <a:solidFill>
                <a:srgbClr val="5B6937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88430" y="687125"/>
            <a:ext cx="9044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hi-IN" sz="2400" dirty="0" smtClean="0">
                <a:solidFill>
                  <a:srgbClr val="7E603A"/>
                </a:solidFill>
              </a:rPr>
              <a:t>भोजन</a:t>
            </a:r>
            <a:endParaRPr lang="en-US" sz="2400" dirty="0">
              <a:solidFill>
                <a:srgbClr val="7E603A"/>
              </a:solidFill>
            </a:endParaRPr>
          </a:p>
        </p:txBody>
      </p:sp>
      <p:cxnSp>
        <p:nvCxnSpPr>
          <p:cNvPr id="23" name="Straight Connector 22"/>
          <p:cNvCxnSpPr/>
          <p:nvPr/>
        </p:nvCxnSpPr>
        <p:spPr>
          <a:xfrm>
            <a:off x="1688430" y="1116015"/>
            <a:ext cx="984696" cy="0"/>
          </a:xfrm>
          <a:prstGeom prst="line">
            <a:avLst/>
          </a:prstGeom>
          <a:ln w="12700">
            <a:solidFill>
              <a:srgbClr val="7E603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575668" y="1166419"/>
            <a:ext cx="10390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>
                <a:solidFill>
                  <a:srgbClr val="7E603A"/>
                </a:solidFill>
                <a:latin typeface="Georgia" panose="02040502050405020303" pitchFamily="18" charset="0"/>
              </a:rPr>
              <a:t> </a:t>
            </a:r>
            <a:r>
              <a:rPr lang="en-US" sz="800" i="1" dirty="0" smtClean="0">
                <a:solidFill>
                  <a:srgbClr val="7E603A"/>
                </a:solidFill>
                <a:latin typeface="Georgia" panose="02040502050405020303" pitchFamily="18" charset="0"/>
              </a:rPr>
              <a:t>   </a:t>
            </a:r>
            <a:r>
              <a:rPr lang="en-US" sz="800" i="1" dirty="0" smtClean="0">
                <a:solidFill>
                  <a:srgbClr val="7E603A"/>
                </a:solidFill>
                <a:latin typeface="Georgia" panose="02040502050405020303" pitchFamily="18" charset="0"/>
              </a:rPr>
              <a:t>Homemade </a:t>
            </a:r>
            <a:r>
              <a:rPr lang="en-US" sz="800" i="1" dirty="0" smtClean="0">
                <a:solidFill>
                  <a:srgbClr val="7E603A"/>
                </a:solidFill>
                <a:latin typeface="Georgia" panose="02040502050405020303" pitchFamily="18" charset="0"/>
              </a:rPr>
              <a:t>food</a:t>
            </a:r>
            <a:endParaRPr lang="en-US" sz="800" i="1" dirty="0">
              <a:solidFill>
                <a:srgbClr val="7E603A"/>
              </a:solidFill>
              <a:latin typeface="Georgia" panose="02040502050405020303" pitchFamily="18" charset="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0" y="1602456"/>
            <a:ext cx="3200400" cy="234121"/>
          </a:xfrm>
          <a:prstGeom prst="rect">
            <a:avLst/>
          </a:prstGeom>
          <a:solidFill>
            <a:srgbClr val="E2E0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 smtClean="0">
                <a:solidFill>
                  <a:srgbClr val="466A32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🌿   शुद्ध • सात्विक • शाकाहारी खाना   🌿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5578239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136729" y="129954"/>
            <a:ext cx="872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smtClean="0">
                <a:solidFill>
                  <a:srgbClr val="7E603A"/>
                </a:solidFill>
                <a:latin typeface="Georgia" panose="02040502050405020303" pitchFamily="18" charset="0"/>
              </a:rPr>
              <a:t>Address :</a:t>
            </a:r>
            <a:endParaRPr lang="en-US" sz="1000" dirty="0">
              <a:solidFill>
                <a:srgbClr val="7E603A"/>
              </a:solidFill>
              <a:latin typeface="Georgia" panose="02040502050405020303" pitchFamily="18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683" y="182569"/>
            <a:ext cx="93046" cy="133521"/>
          </a:xfrm>
          <a:prstGeom prst="rect">
            <a:avLst/>
          </a:prstGeom>
          <a:ln>
            <a:noFill/>
          </a:ln>
        </p:spPr>
      </p:pic>
      <p:sp>
        <p:nvSpPr>
          <p:cNvPr id="14" name="TextBox 13"/>
          <p:cNvSpPr txBox="1"/>
          <p:nvPr/>
        </p:nvSpPr>
        <p:spPr>
          <a:xfrm>
            <a:off x="1108904" y="480132"/>
            <a:ext cx="1677229" cy="491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600" b="1" dirty="0" smtClean="0">
                <a:solidFill>
                  <a:srgbClr val="5B6C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House no. 129, Street no.: 3</a:t>
            </a:r>
            <a:r>
              <a:rPr lang="en-US" sz="600" b="1" dirty="0" smtClean="0">
                <a:solidFill>
                  <a:srgbClr val="5B6C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Sector</a:t>
            </a:r>
            <a:r>
              <a:rPr lang="en-US" sz="600" b="1" dirty="0" smtClean="0">
                <a:solidFill>
                  <a:srgbClr val="5B6C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24, Block: </a:t>
            </a:r>
            <a:r>
              <a:rPr lang="en-US" sz="600" b="1" dirty="0" smtClean="0">
                <a:solidFill>
                  <a:srgbClr val="5B6C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600" dirty="0" smtClean="0">
                <a:solidFill>
                  <a:srgbClr val="5B6C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600" b="1" dirty="0" smtClean="0">
                <a:solidFill>
                  <a:srgbClr val="5B6C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</a:t>
            </a:r>
            <a:r>
              <a:rPr lang="en-US" sz="600" b="1" dirty="0" smtClean="0">
                <a:solidFill>
                  <a:srgbClr val="5B6C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Gurumukh Singh Colony,</a:t>
            </a:r>
            <a:r>
              <a:rPr lang="en-US" sz="600" dirty="0" smtClean="0">
                <a:solidFill>
                  <a:srgbClr val="5B6C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600" dirty="0" smtClean="0">
                <a:solidFill>
                  <a:srgbClr val="5B6C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00" b="1" dirty="0" smtClean="0">
                <a:solidFill>
                  <a:srgbClr val="5B6C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Mandi Gobindgarh </a:t>
            </a:r>
            <a:endParaRPr lang="en-US" sz="600" dirty="0">
              <a:solidFill>
                <a:srgbClr val="5B6C37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36729" y="1078940"/>
            <a:ext cx="7013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smtClean="0">
                <a:solidFill>
                  <a:srgbClr val="7E603A"/>
                </a:solidFill>
                <a:latin typeface="Georgia" panose="02040502050405020303" pitchFamily="18" charset="0"/>
              </a:rPr>
              <a:t>Phone :</a:t>
            </a:r>
            <a:endParaRPr lang="en-US" sz="1000" dirty="0">
              <a:solidFill>
                <a:srgbClr val="7E603A"/>
              </a:solidFill>
              <a:latin typeface="Georgia" panose="02040502050405020303" pitchFamily="18" charset="0"/>
            </a:endParaRP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rgbClr val="5B6C37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9458" y="1062743"/>
            <a:ext cx="169497" cy="16949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23387" y="1286854"/>
            <a:ext cx="72808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b="1" dirty="0" smtClean="0">
                <a:solidFill>
                  <a:srgbClr val="5B6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+91 90416 25149</a:t>
            </a:r>
            <a:endParaRPr lang="en-US" sz="600" b="1" dirty="0">
              <a:solidFill>
                <a:srgbClr val="5B6937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0" y="1602456"/>
            <a:ext cx="3200400" cy="234121"/>
          </a:xfrm>
          <a:prstGeom prst="rect">
            <a:avLst/>
          </a:prstGeom>
          <a:solidFill>
            <a:srgbClr val="E2E0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 smtClean="0">
                <a:solidFill>
                  <a:srgbClr val="466A32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🌿   </a:t>
            </a:r>
            <a:r>
              <a:rPr lang="en-US" sz="800" b="1" dirty="0" err="1" smtClean="0">
                <a:solidFill>
                  <a:srgbClr val="466A32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शुद्ध</a:t>
            </a:r>
            <a:r>
              <a:rPr lang="en-US" sz="800" b="1" dirty="0" smtClean="0">
                <a:solidFill>
                  <a:srgbClr val="466A32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</a:t>
            </a:r>
            <a:r>
              <a:rPr lang="en-US" sz="800" b="1" dirty="0" smtClean="0">
                <a:solidFill>
                  <a:srgbClr val="466A32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• </a:t>
            </a:r>
            <a:r>
              <a:rPr lang="en-US" sz="800" b="1" dirty="0" err="1" smtClean="0">
                <a:solidFill>
                  <a:srgbClr val="466A32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सात्विक</a:t>
            </a:r>
            <a:r>
              <a:rPr lang="en-US" sz="800" b="1" dirty="0" smtClean="0">
                <a:solidFill>
                  <a:srgbClr val="466A32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• </a:t>
            </a:r>
            <a:r>
              <a:rPr lang="en-US" sz="800" b="1" dirty="0" err="1" smtClean="0">
                <a:solidFill>
                  <a:srgbClr val="466A32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शाकाहारी</a:t>
            </a:r>
            <a:r>
              <a:rPr lang="en-US" sz="800" b="1" dirty="0" smtClean="0">
                <a:solidFill>
                  <a:srgbClr val="466A32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</a:t>
            </a:r>
            <a:r>
              <a:rPr lang="en-US" sz="800" b="1" dirty="0" smtClean="0">
                <a:solidFill>
                  <a:srgbClr val="466A32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खाना  🌿</a:t>
            </a:r>
            <a:endParaRPr lang="en-US" sz="800" dirty="0"/>
          </a:p>
        </p:txBody>
      </p:sp>
      <p:sp>
        <p:nvSpPr>
          <p:cNvPr id="20" name="Oval 19"/>
          <p:cNvSpPr/>
          <p:nvPr/>
        </p:nvSpPr>
        <p:spPr>
          <a:xfrm>
            <a:off x="68507" y="289932"/>
            <a:ext cx="709848" cy="857559"/>
          </a:xfrm>
          <a:prstGeom prst="ellipse">
            <a:avLst/>
          </a:prstGeom>
          <a:solidFill>
            <a:srgbClr val="E2E0C2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5" y="387732"/>
            <a:ext cx="419871" cy="639362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6" cstate="print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450" y="1108004"/>
            <a:ext cx="193558" cy="193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149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TM03457510[[fn=Savon]]</Template>
  <TotalTime>139</TotalTime>
  <Words>53</Words>
  <Application>Microsoft Office PowerPoint</Application>
  <PresentationFormat>Custom</PresentationFormat>
  <Paragraphs>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Arial</vt:lpstr>
      <vt:lpstr>Calibri</vt:lpstr>
      <vt:lpstr>Calibri Light</vt:lpstr>
      <vt:lpstr>Georgia</vt:lpstr>
      <vt:lpstr>Mangal</vt:lpstr>
      <vt:lpstr>Nirmala UI</vt:lpstr>
      <vt:lpstr>Times New Roman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account</dc:creator>
  <cp:lastModifiedBy>Microsoft account</cp:lastModifiedBy>
  <cp:revision>15</cp:revision>
  <dcterms:created xsi:type="dcterms:W3CDTF">2026-08-28T06:12:52Z</dcterms:created>
  <dcterms:modified xsi:type="dcterms:W3CDTF">2026-08-28T11:36:14Z</dcterms:modified>
</cp:coreProperties>
</file>