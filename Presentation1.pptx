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3200400" cy="1828800"/>
  <p:notesSz cx="6858000" cy="9144000"/>
  <p:defaultTextStyle>
    <a:defPPr>
      <a:defRPr lang="en-US"/>
    </a:defPPr>
    <a:lvl1pPr marL="0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1pPr>
    <a:lvl2pPr marL="120701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2pPr>
    <a:lvl3pPr marL="241402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3pPr>
    <a:lvl4pPr marL="362102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4pPr>
    <a:lvl5pPr marL="482803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5pPr>
    <a:lvl6pPr marL="603504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6pPr>
    <a:lvl7pPr marL="724205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7pPr>
    <a:lvl8pPr marL="844906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8pPr>
    <a:lvl9pPr marL="965606" algn="l" defTabSz="241402" rtl="0" eaLnBrk="1" latinLnBrk="0" hangingPunct="1">
      <a:defRPr sz="47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6C37"/>
    <a:srgbClr val="5B6937"/>
    <a:srgbClr val="7E0000"/>
    <a:srgbClr val="E2E0C2"/>
    <a:srgbClr val="7E603A"/>
    <a:srgbClr val="FAF7EC"/>
    <a:srgbClr val="5B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689" autoAdjust="0"/>
    <p:restoredTop sz="94660"/>
  </p:normalViewPr>
  <p:slideViewPr>
    <p:cSldViewPr snapToGrid="0">
      <p:cViewPr varScale="1">
        <p:scale>
          <a:sx n="285" d="100"/>
          <a:sy n="285" d="100"/>
        </p:scale>
        <p:origin x="3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0050" y="299297"/>
            <a:ext cx="2400300" cy="636693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050" y="960543"/>
            <a:ext cx="2400300" cy="441537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070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8189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361" y="455930"/>
            <a:ext cx="2760345" cy="760730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361" y="1223857"/>
            <a:ext cx="2760345" cy="400050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2950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028" y="486833"/>
            <a:ext cx="1360170" cy="116035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0203" y="486833"/>
            <a:ext cx="1360170" cy="116035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620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4" y="97367"/>
            <a:ext cx="2760345" cy="35348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445" y="448310"/>
            <a:ext cx="1353919" cy="219710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445" y="668020"/>
            <a:ext cx="1353919" cy="98255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0202" y="448310"/>
            <a:ext cx="1360587" cy="219710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0202" y="668020"/>
            <a:ext cx="1360587" cy="98255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40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218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87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5" y="121920"/>
            <a:ext cx="1032212" cy="426720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0587" y="263314"/>
            <a:ext cx="1620203" cy="1299633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445" y="548640"/>
            <a:ext cx="1032212" cy="1016423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49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5" y="121920"/>
            <a:ext cx="1032212" cy="426720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0587" y="263314"/>
            <a:ext cx="1620203" cy="1299633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en-US" dirty="0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445" y="548640"/>
            <a:ext cx="1032212" cy="1016423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03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795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0286" y="97367"/>
            <a:ext cx="690086" cy="154982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027" y="97367"/>
            <a:ext cx="2030254" cy="1549823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8113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028" y="97367"/>
            <a:ext cx="2760345" cy="353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028" y="486833"/>
            <a:ext cx="2760345" cy="11603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028" y="1695027"/>
            <a:ext cx="720090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459CE5-3DCD-4F06-A7E5-92B988EAB955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0133" y="1695027"/>
            <a:ext cx="1080135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0283" y="1695027"/>
            <a:ext cx="720090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2D0348-03E7-43A3-B981-1CFA45B6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273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40030" rtl="0" eaLnBrk="1" latinLnBrk="0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0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0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/>
          <p:cNvSpPr/>
          <p:nvPr/>
        </p:nvSpPr>
        <p:spPr>
          <a:xfrm>
            <a:off x="83573" y="314733"/>
            <a:ext cx="926102" cy="1138147"/>
          </a:xfrm>
          <a:prstGeom prst="ellipse">
            <a:avLst/>
          </a:prstGeom>
          <a:solidFill>
            <a:srgbClr val="E2E0C2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BA8A13"/>
              </a:clrFrom>
              <a:clrTo>
                <a:srgbClr val="BA8A13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720" y="487309"/>
            <a:ext cx="516715" cy="7868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08870" y="185330"/>
            <a:ext cx="1463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i-IN" sz="3200" dirty="0" smtClean="0">
                <a:solidFill>
                  <a:srgbClr val="5B6937"/>
                </a:solidFill>
              </a:rPr>
              <a:t>सात्विक</a:t>
            </a:r>
            <a:endParaRPr lang="en-US" sz="3200" dirty="0">
              <a:solidFill>
                <a:srgbClr val="5B6937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88430" y="687125"/>
            <a:ext cx="9044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i-IN" sz="2400" dirty="0" smtClean="0">
                <a:solidFill>
                  <a:srgbClr val="7E603A"/>
                </a:solidFill>
              </a:rPr>
              <a:t>भोजन</a:t>
            </a:r>
            <a:endParaRPr lang="en-US" sz="2400" dirty="0">
              <a:solidFill>
                <a:srgbClr val="7E603A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19167" y="1148789"/>
            <a:ext cx="19232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i-IN" sz="800" dirty="0" smtClean="0">
                <a:solidFill>
                  <a:srgbClr val="5B6C37"/>
                </a:solidFill>
              </a:rPr>
              <a:t>शुद्ध</a:t>
            </a:r>
            <a:r>
              <a:rPr lang="en-US" sz="800" dirty="0" smtClean="0">
                <a:solidFill>
                  <a:srgbClr val="5B6C37"/>
                </a:solidFill>
              </a:rPr>
              <a:t> </a:t>
            </a:r>
            <a:r>
              <a:rPr lang="hi-IN" sz="800" dirty="0" smtClean="0">
                <a:solidFill>
                  <a:srgbClr val="5B6C37"/>
                </a:solidFill>
              </a:rPr>
              <a:t> • सात्विक </a:t>
            </a:r>
            <a:r>
              <a:rPr lang="en-US" sz="800" dirty="0" smtClean="0">
                <a:solidFill>
                  <a:srgbClr val="5B6C37"/>
                </a:solidFill>
              </a:rPr>
              <a:t> </a:t>
            </a:r>
            <a:r>
              <a:rPr lang="hi-IN" sz="800" dirty="0" smtClean="0">
                <a:solidFill>
                  <a:srgbClr val="5B6C37"/>
                </a:solidFill>
              </a:rPr>
              <a:t>• शाकाहारी खाना</a:t>
            </a:r>
            <a:endParaRPr lang="en-US" sz="800" dirty="0">
              <a:solidFill>
                <a:srgbClr val="5B6C37"/>
              </a:solidFill>
            </a:endParaRPr>
          </a:p>
        </p:txBody>
      </p:sp>
      <p:cxnSp>
        <p:nvCxnSpPr>
          <p:cNvPr id="23" name="Straight Connector 22"/>
          <p:cNvCxnSpPr/>
          <p:nvPr/>
        </p:nvCxnSpPr>
        <p:spPr>
          <a:xfrm>
            <a:off x="1688430" y="1116015"/>
            <a:ext cx="984696" cy="0"/>
          </a:xfrm>
          <a:prstGeom prst="line">
            <a:avLst/>
          </a:prstGeom>
          <a:ln w="12700">
            <a:solidFill>
              <a:srgbClr val="7E60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600200" y="1322811"/>
            <a:ext cx="9428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 smtClean="0">
                <a:solidFill>
                  <a:srgbClr val="7E603A"/>
                </a:solidFill>
                <a:latin typeface="Georgia" panose="02040502050405020303" pitchFamily="18" charset="0"/>
              </a:rPr>
              <a:t>Homemade food</a:t>
            </a:r>
            <a:endParaRPr lang="en-US" sz="800" i="1" dirty="0">
              <a:solidFill>
                <a:srgbClr val="7E603A"/>
              </a:solidFill>
              <a:latin typeface="Georgia" panose="02040502050405020303" pitchFamily="18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1602456"/>
            <a:ext cx="3200400" cy="234121"/>
          </a:xfrm>
          <a:prstGeom prst="rect">
            <a:avLst/>
          </a:prstGeom>
          <a:solidFill>
            <a:srgbClr val="E2E0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 smtClean="0">
                <a:solidFill>
                  <a:srgbClr val="466A32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🌿   शुद्ध • सात्विक • शाकाहारी खाना   🌿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5578239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108904" y="100922"/>
            <a:ext cx="8721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rgbClr val="7E0000"/>
                </a:solidFill>
                <a:latin typeface="Georgia" panose="02040502050405020303" pitchFamily="18" charset="0"/>
              </a:rPr>
              <a:t>Address :</a:t>
            </a:r>
            <a:endParaRPr lang="en-US" sz="1200" dirty="0">
              <a:solidFill>
                <a:srgbClr val="7E0000"/>
              </a:solidFill>
              <a:latin typeface="Georgia" panose="02040502050405020303" pitchFamily="18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628" y="183177"/>
            <a:ext cx="93046" cy="1335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10684" y="341065"/>
            <a:ext cx="1677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dirty="0" smtClean="0">
                <a:solidFill>
                  <a:srgbClr val="5B6C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House no. 129, Street no.: 3,Sector: 24, Block: </a:t>
            </a:r>
            <a:r>
              <a:rPr lang="en-US" sz="600" b="1" dirty="0" smtClean="0">
                <a:solidFill>
                  <a:srgbClr val="5B6C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sz="600" dirty="0" smtClean="0">
                <a:solidFill>
                  <a:srgbClr val="5B6C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600" b="1" dirty="0" smtClean="0">
                <a:solidFill>
                  <a:srgbClr val="5B6C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Dr. </a:t>
            </a:r>
            <a:r>
              <a:rPr lang="en-US" sz="600" b="1" dirty="0" smtClean="0">
                <a:solidFill>
                  <a:srgbClr val="5B6C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Gurumukh </a:t>
            </a:r>
            <a:r>
              <a:rPr lang="en-US" sz="600" b="1" dirty="0" smtClean="0">
                <a:solidFill>
                  <a:srgbClr val="5B6C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Singh Colony,</a:t>
            </a:r>
            <a:r>
              <a:rPr lang="en-US" sz="600" dirty="0" smtClean="0">
                <a:solidFill>
                  <a:srgbClr val="5B6C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sz="600" dirty="0" smtClean="0">
                <a:solidFill>
                  <a:srgbClr val="5B6C37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00" b="1" dirty="0" smtClean="0">
                <a:solidFill>
                  <a:srgbClr val="5B6C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Mandi Gobindgarh </a:t>
            </a:r>
            <a:endParaRPr lang="en-US" sz="600" dirty="0">
              <a:solidFill>
                <a:srgbClr val="5B6C3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8904" y="694617"/>
            <a:ext cx="7013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rgbClr val="7E0000"/>
                </a:solidFill>
                <a:latin typeface="Georgia" panose="02040502050405020303" pitchFamily="18" charset="0"/>
              </a:rPr>
              <a:t>Phone :</a:t>
            </a:r>
            <a:endParaRPr lang="en-US" sz="1200" dirty="0">
              <a:solidFill>
                <a:srgbClr val="7E0000"/>
              </a:solidFill>
              <a:latin typeface="Georgia" panose="02040502050405020303" pitchFamily="18" charset="0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rgbClr val="5B6C37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9458" y="1062743"/>
            <a:ext cx="169497" cy="16949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08904" y="934760"/>
            <a:ext cx="72808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b="1" dirty="0" smtClean="0">
                <a:solidFill>
                  <a:srgbClr val="5B6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+91 90416 25149</a:t>
            </a:r>
            <a:endParaRPr lang="en-US" sz="600" b="1" dirty="0">
              <a:solidFill>
                <a:srgbClr val="5B693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0" y="1602456"/>
            <a:ext cx="3200400" cy="234121"/>
          </a:xfrm>
          <a:prstGeom prst="rect">
            <a:avLst/>
          </a:prstGeom>
          <a:solidFill>
            <a:srgbClr val="E2E0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 smtClean="0">
                <a:solidFill>
                  <a:srgbClr val="466A32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🌿   शुद्ध • सात्विक • शाकाहारी खाना  </a:t>
            </a:r>
            <a:r>
              <a:rPr lang="en-US" sz="800" b="1" dirty="0" smtClean="0">
                <a:solidFill>
                  <a:srgbClr val="466A32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🌿</a:t>
            </a:r>
            <a:endParaRPr lang="en-US" sz="800" dirty="0"/>
          </a:p>
        </p:txBody>
      </p:sp>
      <p:sp>
        <p:nvSpPr>
          <p:cNvPr id="20" name="Oval 19"/>
          <p:cNvSpPr/>
          <p:nvPr/>
        </p:nvSpPr>
        <p:spPr>
          <a:xfrm>
            <a:off x="68507" y="289932"/>
            <a:ext cx="709848" cy="857559"/>
          </a:xfrm>
          <a:prstGeom prst="ellipse">
            <a:avLst/>
          </a:prstGeom>
          <a:solidFill>
            <a:srgbClr val="E2E0C2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5" y="387732"/>
            <a:ext cx="419871" cy="639362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6" cstate="print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990" y="748137"/>
            <a:ext cx="193558" cy="193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149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115</TotalTime>
  <Words>55</Words>
  <Application>Microsoft Office PowerPoint</Application>
  <PresentationFormat>Custom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Arial</vt:lpstr>
      <vt:lpstr>Calibri</vt:lpstr>
      <vt:lpstr>Calibri Light</vt:lpstr>
      <vt:lpstr>Georgia</vt:lpstr>
      <vt:lpstr>Mangal</vt:lpstr>
      <vt:lpstr>Nirmala UI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account</dc:creator>
  <cp:lastModifiedBy>Microsoft account</cp:lastModifiedBy>
  <cp:revision>12</cp:revision>
  <dcterms:created xsi:type="dcterms:W3CDTF">2026-08-28T06:12:52Z</dcterms:created>
  <dcterms:modified xsi:type="dcterms:W3CDTF">2026-08-28T08:42:27Z</dcterms:modified>
</cp:coreProperties>
</file>